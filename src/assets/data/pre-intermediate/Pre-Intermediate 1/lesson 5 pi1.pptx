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7" r:id="rId9"/>
    <p:sldId id="268" r:id="rId10"/>
    <p:sldId id="269" r:id="rId11"/>
    <p:sldId id="263" r:id="rId12"/>
    <p:sldId id="261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6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6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8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9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5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7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2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898B6FF-0BC1-4D80-9971-3B12B8186D8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F951067-65E1-49DB-A918-FBB2D0130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5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5BEB-CCF2-8A5E-5B43-F59AAAC5F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EACH • EVERY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DFCF5-DCA7-5488-C1A6-16D013394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8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498F-59E6-D12D-1FE8-552E5A56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781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ARE THEY?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0BAC-16F9-E27E-79E0-CF37A2B6F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11046"/>
            <a:ext cx="10058400" cy="35199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 / Every = “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Lekin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ular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emas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individual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alohida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general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umumiy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4205D4-395E-F12B-A3DD-F1498C169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83773"/>
              </p:ext>
            </p:extLst>
          </p:nvPr>
        </p:nvGraphicFramePr>
        <p:xfrm>
          <a:off x="1069848" y="4512310"/>
          <a:ext cx="10058400" cy="1957389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78340887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68420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70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 bir (alohida)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0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hamma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umumiy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45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110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BE09-77B2-4845-9A9C-5E852AF8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781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EACH (INDIVIDUAL FOCUS)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62DD-9B22-48EA-7DED-01057D6D6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973395"/>
            <a:ext cx="11710219" cy="58846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Meaning: </a:t>
            </a:r>
            <a:r>
              <a:rPr lang="en-US" sz="30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shaxs</a:t>
            </a: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30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narsa</a:t>
            </a: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alohida</a:t>
            </a:r>
            <a:endParaRPr lang="en-US" sz="3000" i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30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30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to refer to the individual things or persons in a group of two or more: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Structure: </a:t>
            </a:r>
            <a:r>
              <a:rPr lang="en-US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+ singular noun | each of + plural noun + </a:t>
            </a:r>
            <a:r>
              <a:rPr lang="en-US" sz="3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Vsingular</a:t>
            </a:r>
            <a:r>
              <a:rPr lang="en-US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Each student 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 book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Each child 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special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Each of the students 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ready 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Each student </a:t>
            </a:r>
            <a:r>
              <a:rPr lang="en-US" sz="3000" i="1" dirty="0">
                <a:latin typeface="Arial" panose="020B0604020202020204" pitchFamily="34" charset="0"/>
                <a:cs typeface="Arial" panose="020B0604020202020204" pitchFamily="34" charset="0"/>
              </a:rPr>
              <a:t>thinks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 test is “easy”… until exam.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1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DEA9-7A7B-DF60-6430-0FCF4BA6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5037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EVERY (GROUP FOCUS)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A13A6-8126-A7D2-16AE-0E7B90B5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7" y="1042219"/>
            <a:ext cx="11818374" cy="581578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Meaning: 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hamma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bitta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guruh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sifatida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+ singular noun to refer individually to all the members of a complete group of something: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+ singular noun + </a:t>
            </a:r>
            <a:r>
              <a:rPr lang="en-US" sz="28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Vsingular</a:t>
            </a:r>
            <a:endParaRPr lang="en-US" sz="28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 student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class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to come on time. 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 day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study English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 house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door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 student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says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“I will start tomorrow”  but they don’t.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94DD-F180-77DC-7C32-67241528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0"/>
            <a:ext cx="10058400" cy="10889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EACH vs EVERY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7E254-48B1-32B1-8F91-18346C166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70039"/>
            <a:ext cx="10058400" cy="4284357"/>
          </a:xfrm>
        </p:spPr>
        <p:txBody>
          <a:bodyPr>
            <a:normAutofit/>
          </a:bodyPr>
          <a:lstStyle/>
          <a:p>
            <a:r>
              <a:rPr lang="en-US" sz="2800" b="1" dirty="0"/>
              <a:t>Example:</a:t>
            </a:r>
          </a:p>
          <a:p>
            <a:r>
              <a:rPr lang="en-US" sz="2800" dirty="0"/>
              <a:t>Each student has a phone 📱 (separately) </a:t>
            </a:r>
          </a:p>
          <a:p>
            <a:r>
              <a:rPr lang="en-US" sz="2800" dirty="0"/>
              <a:t>Every student has a phone 📱 (group idea)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B77128-03A0-8684-4E8A-FB414881F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82554"/>
              </p:ext>
            </p:extLst>
          </p:nvPr>
        </p:nvGraphicFramePr>
        <p:xfrm>
          <a:off x="1063752" y="3228217"/>
          <a:ext cx="10058400" cy="2609852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6177819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427061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48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2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 on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 on 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7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935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7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F6CE-6CF0-03E7-752F-8C936781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EACH OF…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0556-84D7-A8B6-4EA9-7093252C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5628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Structure:  </a:t>
            </a:r>
            <a:r>
              <a:rPr 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of + plural noun + singular verb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Each of the students is smart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Each of them has a pen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Each of the books is new.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0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34EC-5EC6-5BD7-55D2-8393EDE9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690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Subject + 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18BE-2D1B-F46D-09D0-66595F30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62" y="1106905"/>
            <a:ext cx="11749238" cy="575109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ba'zan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gapning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egasiga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subjectga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murojaat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qiladi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800" b="1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biri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degan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ma'noni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 Bunday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holatda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odatda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mid </a:t>
            </a:r>
            <a:r>
              <a:rPr lang="en-US" sz="2800" b="1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gapning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o'rtasida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keladi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+ each + main verb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agreed to help.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Bizning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birimiz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yordam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berishga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rozi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bo'ldik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students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received a certificate.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My friends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own a bicycle.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children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brought a different toy.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1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5B-692B-9D49-66C7-AA34FD06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428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 + modal V + each + main 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4D6C1-E298-B26A-0A7A-37592FC61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078030"/>
            <a:ext cx="11633735" cy="577997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Agar modal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fe'l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can, could, may, might, must, should, will, would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bo'lsa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modaldan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keyin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keladi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+ modal verb + each + main verb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would each say a poem.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(Har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birimiz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she'r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aytardik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can each choose a partner.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players will each receive a medal.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should each write your own answer.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3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A4EC-60DA-A273-A27A-96C4B433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7802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 + auxiliary v + each + main v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25D8-853D-9D66-1FC2-9BCEAA51B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67" y="1145406"/>
            <a:ext cx="11556733" cy="571259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Agar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yordamchi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fe'l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have, has, had, do, does, did, is, are, was, were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bo'lsa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birinchi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yordamchi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fe'ldan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keyin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keladi</a:t>
            </a:r>
            <a:r>
              <a:rPr lang="en-US" sz="2800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Formula:  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+ auxiliary verb + each + main verb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Have you each signed the contract?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(Har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biringiz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shartnomani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imzoladingizmi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?)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have each completed the task.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are each working on a different project.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contestants had each prepared a speech.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0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3C27-6337-D8D7-DC31-436A5FD7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Each vs All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B642A-87A7-AD3F-4411-522969A9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20792"/>
            <a:ext cx="10058400" cy="53372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individga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alohida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e'tibor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guruhni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butun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sifatida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ko'rsatadi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each received a gift.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(Har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birimiz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bittadan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sovg'a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oldik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all received gifts.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Barchamiz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sovg'alar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oldik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4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4F16-D629-2340-F3DC-B2615A4A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EVERY DAY vs EACH Day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2A6B-B921-F541-7C38-AD5A51DB6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89703"/>
            <a:ext cx="10058400" cy="5668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SAME meaning, slight difference: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go to school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 day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go to school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 day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(more formal)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student has a task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student must participate 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room is clean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room has a window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36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C492-2C11-B69F-DF93-07E8A967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90" y="0"/>
            <a:ext cx="10058400" cy="128802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IMPORTANT RULE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6939-183B-FC0C-DFCB-F961D073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101213"/>
            <a:ext cx="5761703" cy="57567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are ALWAYS SINGULAR: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❌ Each students </a:t>
            </a:r>
            <a:r>
              <a:rPr lang="en-US" sz="2800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happy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✅ Each student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happy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❌ Every students </a:t>
            </a:r>
            <a:r>
              <a:rPr lang="en-US" sz="2800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here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✅ Every student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4B67C-6D1D-D58E-A619-534E29B84566}"/>
              </a:ext>
            </a:extLst>
          </p:cNvPr>
          <p:cNvSpPr txBox="1"/>
          <p:nvPr/>
        </p:nvSpPr>
        <p:spPr>
          <a:xfrm>
            <a:off x="6440129" y="1862645"/>
            <a:ext cx="6685935" cy="3892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❌ Each </a:t>
            </a:r>
            <a:r>
              <a:rPr lang="en-US" sz="2800" b="1" dirty="0"/>
              <a:t>students</a:t>
            </a:r>
            <a:r>
              <a:rPr lang="en-US" sz="2800" dirty="0"/>
              <a:t> </a:t>
            </a:r>
            <a:r>
              <a:rPr lang="en-US" sz="2800" b="1" dirty="0"/>
              <a:t>are</a:t>
            </a:r>
            <a:r>
              <a:rPr lang="en-US" sz="2800" dirty="0"/>
              <a:t> late</a:t>
            </a:r>
            <a:br>
              <a:rPr lang="en-US" sz="2800" dirty="0"/>
            </a:br>
            <a:r>
              <a:rPr lang="en-US" sz="2800" dirty="0"/>
              <a:t>✅ Each </a:t>
            </a:r>
            <a:r>
              <a:rPr lang="en-US" sz="2800" b="1" dirty="0"/>
              <a:t>student</a:t>
            </a:r>
            <a:r>
              <a:rPr lang="en-US" sz="2800" dirty="0"/>
              <a:t> </a:t>
            </a:r>
            <a:r>
              <a:rPr lang="en-US" sz="2800" b="1" dirty="0"/>
              <a:t>is</a:t>
            </a:r>
            <a:r>
              <a:rPr lang="en-US" sz="2800" dirty="0"/>
              <a:t> late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</a:t>
            </a:r>
            <a:r>
              <a:rPr lang="en-US" sz="2800" b="1" dirty="0"/>
              <a:t>Every</a:t>
            </a:r>
            <a:r>
              <a:rPr lang="en-US" sz="2800" dirty="0"/>
              <a:t> of students is here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Each</a:t>
            </a:r>
            <a:r>
              <a:rPr lang="en-US" sz="2800" dirty="0"/>
              <a:t> of </a:t>
            </a:r>
            <a:r>
              <a:rPr lang="en-US" sz="2800" b="1" dirty="0"/>
              <a:t>the</a:t>
            </a:r>
            <a:r>
              <a:rPr lang="en-US" sz="2800" dirty="0"/>
              <a:t> students is here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</a:t>
            </a:r>
            <a:r>
              <a:rPr lang="en-US" sz="2800" b="1" dirty="0"/>
              <a:t>Every children </a:t>
            </a:r>
            <a:r>
              <a:rPr lang="en-US" sz="2800" dirty="0"/>
              <a:t>is happy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Every child </a:t>
            </a:r>
            <a:r>
              <a:rPr lang="en-US" sz="2800" dirty="0"/>
              <a:t>is happy</a:t>
            </a:r>
          </a:p>
        </p:txBody>
      </p:sp>
    </p:spTree>
    <p:extLst>
      <p:ext uri="{BB962C8B-B14F-4D97-AF65-F5344CB8AC3E}">
        <p14:creationId xmlns:p14="http://schemas.microsoft.com/office/powerpoint/2010/main" val="127689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2A11-CCB2-024F-3C62-7C9ABBE5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9138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MEMORY TRICK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7E5C-8656-3E94-2F3A-0E10B79C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91381"/>
            <a:ext cx="10058400" cy="576661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EASY RULE:</a:t>
            </a:r>
          </a:p>
          <a:p>
            <a:pPr lvl="3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EACH → ONE BY ONE </a:t>
            </a:r>
          </a:p>
          <a:p>
            <a:pPr lvl="3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VERY → ALL TOGETHER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Each student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has excuses.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Every student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says “I studied”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Each teacher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has patience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Every teacher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has coffee.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82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40</TotalTime>
  <Words>710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Rockwell Condensed</vt:lpstr>
      <vt:lpstr>Wingdings</vt:lpstr>
      <vt:lpstr>Wood Type</vt:lpstr>
      <vt:lpstr>EACH • EVERY</vt:lpstr>
      <vt:lpstr>WHAT ARE THEY?</vt:lpstr>
      <vt:lpstr>EACH (INDIVIDUAL FOCUS)</vt:lpstr>
      <vt:lpstr>EVERY (GROUP FOCUS)</vt:lpstr>
      <vt:lpstr>EACH vs EVERY</vt:lpstr>
      <vt:lpstr>EACH OF…</vt:lpstr>
      <vt:lpstr>Subject + each</vt:lpstr>
      <vt:lpstr>S + modal V + each + main V</vt:lpstr>
      <vt:lpstr>s + auxiliary v + each + main v</vt:lpstr>
      <vt:lpstr>Each vs All</vt:lpstr>
      <vt:lpstr>EVERY DAY vs EACH Day</vt:lpstr>
      <vt:lpstr>IMPORTANT RULE</vt:lpstr>
      <vt:lpstr>MEMORY TRICK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18</cp:revision>
  <dcterms:created xsi:type="dcterms:W3CDTF">2026-06-06T11:11:57Z</dcterms:created>
  <dcterms:modified xsi:type="dcterms:W3CDTF">2026-06-08T03:56:12Z</dcterms:modified>
</cp:coreProperties>
</file>