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3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1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2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1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3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2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0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0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48B8AAE-60CB-45BB-9524-3F7528F91DB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BD04EBA-30A9-4577-9424-5A6570F11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1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CE76-6D17-D470-18B1-488700F15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/ EITHER / NEITHER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1B003-BCD5-C906-6DC9-635B79567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20"/>
            <a:ext cx="8644423" cy="556506"/>
          </a:xfrm>
        </p:spPr>
        <p:txBody>
          <a:bodyPr/>
          <a:lstStyle/>
          <a:p>
            <a:r>
              <a:rPr lang="en-US" dirty="0"/>
              <a:t>If you don’t study today, you will have to work hard tomorrow.</a:t>
            </a:r>
          </a:p>
        </p:txBody>
      </p:sp>
    </p:spTree>
    <p:extLst>
      <p:ext uri="{BB962C8B-B14F-4D97-AF65-F5344CB8AC3E}">
        <p14:creationId xmlns:p14="http://schemas.microsoft.com/office/powerpoint/2010/main" val="204008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400"/>
                            </p:stCondLst>
                            <p:childTnLst>
                              <p:par>
                                <p:cTn id="1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E6B5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E6B5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C314F-1637-F867-5C66-64B7BC5B2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245806"/>
            <a:ext cx="11651225" cy="158299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Both, neither, and either are words used in reference to two people or things; the meaning and usage of each are given below.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6BA0C-BA12-D2EF-93AD-F4D7530E7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3477"/>
              </p:ext>
            </p:extLst>
          </p:nvPr>
        </p:nvGraphicFramePr>
        <p:xfrm>
          <a:off x="814337" y="1828800"/>
          <a:ext cx="10058400" cy="207264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10443417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38171052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29018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76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ikkalasi ham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5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bittasi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11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hech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qaysisi</a:t>
                      </a:r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50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165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9674-3163-2A11-5B32-0A131971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44129"/>
            <a:ext cx="10058400" cy="133718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Both + plural noun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6FD02-6364-1B88-7A4F-27AED3F55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69805"/>
            <a:ext cx="10601042" cy="4975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students passed the exam.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books are interesting.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members are whole–heartedly 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favour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 changes.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documentary presented both sides of the problem very well.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soldiers spend two weeks in training.</a:t>
            </a:r>
          </a:p>
        </p:txBody>
      </p:sp>
    </p:spTree>
    <p:extLst>
      <p:ext uri="{BB962C8B-B14F-4D97-AF65-F5344CB8AC3E}">
        <p14:creationId xmlns:p14="http://schemas.microsoft.com/office/powerpoint/2010/main" val="27874120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200"/>
                            </p:stCondLst>
                            <p:childTnLst>
                              <p:par>
                                <p:cTn id="15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200"/>
                            </p:stCondLst>
                            <p:childTnLst>
                              <p:par>
                                <p:cTn id="18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0"/>
                            </p:stCondLst>
                            <p:childTnLst>
                              <p:par>
                                <p:cTn id="2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200"/>
                            </p:stCondLst>
                            <p:childTnLst>
                              <p:par>
                                <p:cTn id="2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184-85D8-D3FA-6DED-2AB02818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91730"/>
            <a:ext cx="10058400" cy="754233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FF0000"/>
                </a:solidFill>
              </a:rPr>
              <a:t>Both of + the/my/these/us/them + noun/pronoun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B0E0-1187-5E6C-184F-8E5356D6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86347"/>
            <a:ext cx="10058400" cy="527992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of my friends came.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of them speak English.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girls are happy.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of them have cars.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Verb is always plural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❌ NOT: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girls is happy.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511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25"/>
                            </p:stCondLst>
                            <p:childTnLst>
                              <p:par>
                                <p:cTn id="12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9EF1-6D6B-F0A6-90FA-E01643BF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218" y="0"/>
            <a:ext cx="10058400" cy="131866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EITHER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E1A5-934B-2FB7-D80B-933D78F09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0"/>
            <a:ext cx="12191999" cy="5621154"/>
          </a:xfrm>
        </p:spPr>
        <p:txBody>
          <a:bodyPr numCol="2"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pPr lvl="1"/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biri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boshqasi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/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Either + singular noun</a:t>
            </a:r>
            <a:endParaRPr lang="en-US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Either of + the/my/these/us/them + noun/pronoun</a:t>
            </a:r>
            <a:endParaRPr lang="en-US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can take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book.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answer is correct.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 roads leads to the city.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them can help you.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IMPORTANT RULE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Verb is usually singular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student is ready.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them knows the answer.</a:t>
            </a:r>
          </a:p>
        </p:txBody>
      </p:sp>
    </p:spTree>
    <p:extLst>
      <p:ext uri="{BB962C8B-B14F-4D97-AF65-F5344CB8AC3E}">
        <p14:creationId xmlns:p14="http://schemas.microsoft.com/office/powerpoint/2010/main" val="30628606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D45D-25B0-AE06-AF6C-D338516A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7589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NEITHER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59D07-C241-EB58-3AC2-C2514518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" y="875899"/>
            <a:ext cx="12114998" cy="5784783"/>
          </a:xfrm>
        </p:spPr>
        <p:txBody>
          <a:bodyPr numCol="2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pPr lvl="1">
              <a:lnSpc>
                <a:spcPct val="150000"/>
              </a:lnSpc>
            </a:pP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unisi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bunisi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+ singular noun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of + the/my/these/us/them + noun/pronoun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student passed.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answer is correct.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of the boys likes math.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of them came.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RULE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Verb is usually singular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student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absent.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of them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wants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coffee.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014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16667E-7 1.11111E-6 L -4.16667E-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C87EE-4432-0F56-A999-84035BB07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2240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BOTH / EITHER / NEITHER + OF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21214-9B15-F966-81CB-E98F05C8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62" y="1289785"/>
            <a:ext cx="11521440" cy="54382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Both/Either/Neither + of + the/my/these/us/them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of the students passed.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Either of these phones is fine.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of us was late.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6070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84E1-A5F1-20A5-5369-52175896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705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EITHER … 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A652D-7242-658B-A8F5-3D445E1C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87655"/>
            <a:ext cx="10058400" cy="56692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either this or that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unisi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bunisi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Either + A + or + B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Either Ali or Hasan will come.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can either stay or leave.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939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AC20-50FE-2FDE-C6EA-371A1DE0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67377"/>
            <a:ext cx="10058400" cy="153041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NEITHER … NOR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E7148-3EB8-8AD9-F6D0-435EC4AA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09035"/>
            <a:ext cx="10058400" cy="54767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not A and not B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+ A + nor + B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Ali nor Hasan came.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likes neither tea nor coffee.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912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6AAA-6A4D-2998-C038-0070AC35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34755"/>
            <a:ext cx="10058400" cy="102027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QUICK PRACTICE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C349E-5015-CAF7-F86A-C09B50C0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658211" cy="40507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Fill in gaps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___ of them are doctors.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___ answer is correct.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___ student passed the exam.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___ of us wants to leave.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EB54C-8E2A-E47F-0856-1D1EAD213142}"/>
              </a:ext>
            </a:extLst>
          </p:cNvPr>
          <p:cNvSpPr txBox="1"/>
          <p:nvPr/>
        </p:nvSpPr>
        <p:spPr>
          <a:xfrm>
            <a:off x="7264668" y="2361467"/>
            <a:ext cx="3640755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Either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</a:p>
        </p:txBody>
      </p:sp>
    </p:spTree>
    <p:extLst>
      <p:ext uri="{BB962C8B-B14F-4D97-AF65-F5344CB8AC3E}">
        <p14:creationId xmlns:p14="http://schemas.microsoft.com/office/powerpoint/2010/main" val="34908753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31</TotalTime>
  <Words>446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Rockwell</vt:lpstr>
      <vt:lpstr>Rockwell Condensed</vt:lpstr>
      <vt:lpstr>Wingdings</vt:lpstr>
      <vt:lpstr>Wood Type</vt:lpstr>
      <vt:lpstr>BOTH / EITHER / NEITHER</vt:lpstr>
      <vt:lpstr>PowerPoint Presentation</vt:lpstr>
      <vt:lpstr>Both + plural noun</vt:lpstr>
      <vt:lpstr>Both of + the/my/these/us/them + noun/pronoun</vt:lpstr>
      <vt:lpstr>EITHER</vt:lpstr>
      <vt:lpstr>NEITHER</vt:lpstr>
      <vt:lpstr>BOTH / EITHER / NEITHER + OF</vt:lpstr>
      <vt:lpstr>EITHER … OR</vt:lpstr>
      <vt:lpstr>NEITHER … NOR</vt:lpstr>
      <vt:lpstr>QUICK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3</cp:revision>
  <dcterms:created xsi:type="dcterms:W3CDTF">2026-05-19T05:28:14Z</dcterms:created>
  <dcterms:modified xsi:type="dcterms:W3CDTF">2026-05-19T06:00:09Z</dcterms:modified>
</cp:coreProperties>
</file>