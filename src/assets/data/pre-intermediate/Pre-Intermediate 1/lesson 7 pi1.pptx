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7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3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0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0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2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9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4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4877AB5-B8E8-4F2E-ABD1-220550DB94E6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C711AD8-DA5B-47F6-BEFF-5B5B5DF9E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1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CB86-CF74-39E7-5B2D-A1EA55EF7D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800" b="1" dirty="0">
                <a:solidFill>
                  <a:srgbClr val="FF0000"/>
                </a:solidFill>
              </a:rPr>
              <a:t>A LITTLE / LITTLE, </a:t>
            </a:r>
            <a:br>
              <a:rPr lang="en-US" sz="8800" b="1" dirty="0">
                <a:solidFill>
                  <a:srgbClr val="FF0000"/>
                </a:solidFill>
              </a:rPr>
            </a:br>
            <a:r>
              <a:rPr lang="en-US" sz="8800" b="1" dirty="0">
                <a:solidFill>
                  <a:srgbClr val="FF0000"/>
                </a:solidFill>
              </a:rPr>
              <a:t>A FEW / FEW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96CB4-FAFF-58BD-0A8E-CB97AD16E3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48A3-E526-6739-77ED-900E3F09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9978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 LITTLE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E6EF-04A5-E6B5-E8D2-9232DF28D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087655"/>
            <a:ext cx="11826240" cy="57703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water, money, time, sugar, milk </a:t>
            </a:r>
            <a:r>
              <a:rPr lang="en-US" sz="28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kabi</a:t>
            </a:r>
            <a:r>
              <a:rPr lang="en-US" sz="28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otlar</a:t>
            </a:r>
            <a:r>
              <a:rPr lang="en-US" sz="28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28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ishlaydi</a:t>
            </a:r>
            <a:r>
              <a:rPr lang="en-US" sz="28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–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ozgina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yetarli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darajada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kam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bo‘lsa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ham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bor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 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little + uncountable noun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have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money.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is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water in the bottle.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Anvar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money, but he still wants to buy a Ferrari.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Although Sardor had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time, he started watching a 10-hour movie.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12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4F0D-8ABA-089B-05F6-CF868BAC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6840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LITTLE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8421-93E5-64F9-FD57-050B5E40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68404"/>
            <a:ext cx="10058400" cy="57895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Ma’nosi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juda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kam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yo‘q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(negative meaning)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 + uncountable noun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have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money.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pul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yo‘q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time. (u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juda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band)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Begzod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money, but still goes shopping every day.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Behruz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time, but spends 5 hours on TikTok.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48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7F26-2719-BB56-516C-4D4CA365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027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 FEW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FEDC-0F4C-BD42-6C95-B0D63FA3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24025"/>
            <a:ext cx="10058400" cy="593397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/ FEW (COUNTABLE —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sanaladigan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otlar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books, friends, students, cars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kabi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otlar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ishlaydi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-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nechta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ozgina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bor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yetarli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darajada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bor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few + plural noun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have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friends.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nechta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do‘stlar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bought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books. (u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nechta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kitob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oldi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Jasur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friends, but all of them are imaginary.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Aziza bought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few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books but never opened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9EEC-7208-B39F-9A44-ECC4FB76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50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FEW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E6D3A-4245-6B88-8ADD-F37D89038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5" y="1155032"/>
            <a:ext cx="11470105" cy="57029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FEW -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juda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kam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(negative meaning)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 + plural noun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students passed the exam. 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juda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kam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talabalar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o‘tdi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friends. (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do‘stsiz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Anvar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friends because he always talks about homework.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Sardor has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books, but still says “I love reading”.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95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355E-C313-EB3A-A74E-4BCB10F9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50" y="0"/>
            <a:ext cx="10058400" cy="129941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 LITTLE (RAVISH SIFATIDA)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DB7F6-D8E4-D327-1B24-B41068BA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6" y="1135781"/>
            <a:ext cx="11778114" cy="57222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ozgina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harakatni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yumshatadi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ijobiyroq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ohang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 + a little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rained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during the night.(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kechasi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yomg‘ir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yog‘di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grumbled 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about waiting.(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ular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norozilik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bildirishdi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hesitated a 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.(u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ikkilanib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qoldi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Anvar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studied a little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… and declared himself “ready for IELTS”.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Sardor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worked a little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and took a full rest 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76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B8E0-19A1-2960-21A8-3300CD140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50" y="0"/>
            <a:ext cx="10058400" cy="10972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panose="020B0604020202020204" pitchFamily="34" charset="0"/>
              </a:rPr>
              <a:t>a little + adjective/adverb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7846-6B57-1461-E562-4EB2FB601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35" y="866274"/>
            <a:ext cx="11835865" cy="59917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Ma’nosi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ozgina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lekin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hali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ham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bor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little + adjective/adverb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are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anxious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about upcoming exams.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Malika solved the test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impatiently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students in the class were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disappointed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Anvar was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nervous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… when teacher just looked at him silently.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Bilolhuja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was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annoyed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but still smiled like everything is fine.</a:t>
            </a:r>
          </a:p>
        </p:txBody>
      </p:sp>
    </p:spTree>
    <p:extLst>
      <p:ext uri="{BB962C8B-B14F-4D97-AF65-F5344CB8AC3E}">
        <p14:creationId xmlns:p14="http://schemas.microsoft.com/office/powerpoint/2010/main" val="205835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6C5A-EEA4-76A2-6A44-93128524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2615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 little + comparative adj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36A4-4C9A-75BA-32BD-97141318D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64" y="1126156"/>
            <a:ext cx="11672236" cy="573184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...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roq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little + comparative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(bigger, faster, better)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paper should be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thicker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qog‘oz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qalinroq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bo‘lishi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kerak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you walk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faster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tezroq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yura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olasanmi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Stay here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longer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yerda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biroz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ko‘proq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qol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Anvar said: “Run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faster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 while eating chips.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Sardor asked: “Can you be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little smarter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?” during group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71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3CE7-5519-3F5D-DF70-4687C663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16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panose="020B0604020202020204" pitchFamily="34" charset="0"/>
              </a:rPr>
              <a:t>A little + comparative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A7DB9-D40C-5EE7-D62F-5B30652C4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100667"/>
            <a:ext cx="11788877" cy="565573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A little + comparative = “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unchalik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 ham … 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emas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emas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sz="3100" dirty="0" err="1">
                <a:latin typeface="Arial" panose="020B0604020202020204" pitchFamily="34" charset="0"/>
                <a:cs typeface="Arial" panose="020B0604020202020204" pitchFamily="34" charset="0"/>
              </a:rPr>
              <a:t>yerda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“ a little” negative (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inkor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ma’noda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>
                <a:latin typeface="Arial" panose="020B0604020202020204" pitchFamily="34" charset="0"/>
                <a:cs typeface="Arial" panose="020B0604020202020204" pitchFamily="34" charset="0"/>
              </a:rPr>
              <a:t>ishlaydi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1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little + adjective/adverb (comparative form)</a:t>
            </a:r>
            <a:endParaRPr lang="en-US" sz="31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1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little better = </a:t>
            </a:r>
            <a:r>
              <a:rPr lang="en-US" sz="31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unchalik</a:t>
            </a:r>
            <a:r>
              <a:rPr lang="en-US" sz="31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yaxshi</a:t>
            </a:r>
            <a:r>
              <a:rPr lang="en-US" sz="31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emas</a:t>
            </a:r>
            <a:r>
              <a:rPr lang="en-US" sz="31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His English is 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a little better 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than mine.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This phone is 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little faster 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than the old one. 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Anvar’s driving is 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a little more dangerous 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than mine.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196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848</TotalTime>
  <Words>667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Rockwell</vt:lpstr>
      <vt:lpstr>Rockwell Condensed</vt:lpstr>
      <vt:lpstr>Wingdings</vt:lpstr>
      <vt:lpstr>Wood Type</vt:lpstr>
      <vt:lpstr>A LITTLE / LITTLE,  A FEW / FEW</vt:lpstr>
      <vt:lpstr>A LITTLE</vt:lpstr>
      <vt:lpstr>LITTLE</vt:lpstr>
      <vt:lpstr>A FEW</vt:lpstr>
      <vt:lpstr>FEW</vt:lpstr>
      <vt:lpstr>A LITTLE (RAVISH SIFATIDA)</vt:lpstr>
      <vt:lpstr>a little + adjective/adverb</vt:lpstr>
      <vt:lpstr>a little + comparative adj</vt:lpstr>
      <vt:lpstr>A little + comparative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10</cp:revision>
  <dcterms:created xsi:type="dcterms:W3CDTF">2026-06-05T13:25:56Z</dcterms:created>
  <dcterms:modified xsi:type="dcterms:W3CDTF">2026-06-06T03:34:17Z</dcterms:modified>
</cp:coreProperties>
</file>