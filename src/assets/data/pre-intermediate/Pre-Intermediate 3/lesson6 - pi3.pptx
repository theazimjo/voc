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9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9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9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7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0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0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6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8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944C540-04B8-403A-B311-C3AC17FB834F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54511976-14C3-41DE-932C-A7BE9C30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8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FEA6-12D5-6204-8E12-175E1BB6C1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38921-FB9C-2DF3-39BE-455F9A6EC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288B2-7259-BDC5-E106-2AAF38845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1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EB73-C364-1692-9E1E-0958867F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3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SUPPOSE (THAT)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D608-38D4-A365-AE71-63AAE9DC0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973394"/>
            <a:ext cx="11985523" cy="588460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Suppose (that) = imagine that / let's assume that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We use it to introduce a possible or imaginary situation.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Suppose (that) + clause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Suppose you won the lottery. What would you do?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Suppose he doesn't come. What shall we do?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Suppose they refuse our offer. What happens then?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you won the lottery, what would you do?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Suppose you won the lottery. What would you do? 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 meaning is almost the same, but </a:t>
            </a:r>
            <a:r>
              <a:rPr lang="en-US" sz="2800" b="1" i="1" dirty="0">
                <a:highlight>
                  <a:srgbClr val="FFFF00"/>
                </a:highlight>
              </a:rPr>
              <a:t>suppose</a:t>
            </a:r>
            <a:r>
              <a:rPr lang="en-US" sz="2800" i="1" dirty="0">
                <a:highlight>
                  <a:srgbClr val="FFFF00"/>
                </a:highlight>
              </a:rPr>
              <a:t> sounds more like "Let's imagine..."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6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946B2-A990-68D4-F580-05A5F6A3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7572-FCF7-AF05-BF33-5E339602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3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SUPPOSING (THAT)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58623-34DB-C014-AFCE-40B370DC0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973394"/>
            <a:ext cx="11985523" cy="588460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Supposing (that) = what if / if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to discuss a possible situation, especially one that may cause concern.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Supposing (that) + clause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Supposing it rains tomorrow, what will we do?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Supposing you lost your passport, how would you get home?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Supposing he didn't agree, what would happen?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Supposing you were offered a job abroad, would you accept it?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Supposing nobody came to the meeting, what would you do?</a:t>
            </a:r>
          </a:p>
        </p:txBody>
      </p:sp>
    </p:spTree>
    <p:extLst>
      <p:ext uri="{BB962C8B-B14F-4D97-AF65-F5344CB8AC3E}">
        <p14:creationId xmlns:p14="http://schemas.microsoft.com/office/powerpoint/2010/main" val="3076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0E95C-32EC-03EA-22FE-1771727C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DE92-DF3C-359B-5206-03F8B5B3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3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C2CB3-5970-6792-2936-710433637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806245"/>
            <a:ext cx="11985523" cy="60517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What if = suppose/supposing that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to ask about the consequences of a situation.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What if + clause?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What if it rains tomorrow?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she says no?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nobody believes us?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you won a million dollars?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you were the president?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aliens landed tomorrow?</a:t>
            </a:r>
          </a:p>
        </p:txBody>
      </p:sp>
    </p:spTree>
    <p:extLst>
      <p:ext uri="{BB962C8B-B14F-4D97-AF65-F5344CB8AC3E}">
        <p14:creationId xmlns:p14="http://schemas.microsoft.com/office/powerpoint/2010/main" val="419168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A5F5-E5D7-5027-C374-29709C0E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117E-F828-F0A0-0721-E57E424A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3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5C5A7-1CC7-92E4-6BB4-2D70E38D6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806245"/>
            <a:ext cx="11985523" cy="605175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FIRST CONDITIONAL WITH "WHAT IF"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it rains tomorrow?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he doesn't call?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SECOND CONDITIONAL WITH "WHAT IF"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you met your favorite actor?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we lived on Mars?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THIRD CONDITIONAL WITH "WHAT IF"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she had accepted the offer?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What if we had left earlier? </a:t>
            </a:r>
          </a:p>
        </p:txBody>
      </p:sp>
    </p:spTree>
    <p:extLst>
      <p:ext uri="{BB962C8B-B14F-4D97-AF65-F5344CB8AC3E}">
        <p14:creationId xmlns:p14="http://schemas.microsoft.com/office/powerpoint/2010/main" val="177386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A354-8509-2C2E-8F0A-2D6BB145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2994-9711-2A94-D2BD-F7340BB8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733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5129-8DA4-9348-2DF4-7591FC41F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806245"/>
            <a:ext cx="11985523" cy="60517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If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it rains, we'll stay home.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Focus: the condition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What if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if it rains?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Focus: the consequence/problem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Suppose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Suppose it rains. What will we do?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Focus: imagining the situation</a:t>
            </a:r>
          </a:p>
        </p:txBody>
      </p:sp>
    </p:spTree>
    <p:extLst>
      <p:ext uri="{BB962C8B-B14F-4D97-AF65-F5344CB8AC3E}">
        <p14:creationId xmlns:p14="http://schemas.microsoft.com/office/powerpoint/2010/main" val="81995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9310-8C15-6936-BFE1-9D4FEFC3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0"/>
            <a:ext cx="10058400" cy="160934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Translation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0348D8-9F4A-D33B-EC21-A2290D9A4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364108"/>
              </p:ext>
            </p:extLst>
          </p:nvPr>
        </p:nvGraphicFramePr>
        <p:xfrm>
          <a:off x="0" y="1609344"/>
          <a:ext cx="12191999" cy="3827892"/>
        </p:xfrm>
        <a:graphic>
          <a:graphicData uri="http://schemas.openxmlformats.org/drawingml/2006/table">
            <a:tbl>
              <a:tblPr/>
              <a:tblGrid>
                <a:gridCol w="3434462">
                  <a:extLst>
                    <a:ext uri="{9D8B030D-6E8A-4147-A177-3AD203B41FA5}">
                      <a16:colId xmlns:a16="http://schemas.microsoft.com/office/drawing/2014/main" val="1170083336"/>
                    </a:ext>
                  </a:extLst>
                </a:gridCol>
                <a:gridCol w="8757537">
                  <a:extLst>
                    <a:ext uri="{9D8B030D-6E8A-4147-A177-3AD203B41FA5}">
                      <a16:colId xmlns:a16="http://schemas.microsoft.com/office/drawing/2014/main" val="4168762716"/>
                    </a:ext>
                  </a:extLst>
                </a:gridCol>
              </a:tblGrid>
              <a:tr h="956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Inglizcha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 err="1"/>
                        <a:t>O‘zbekcha</a:t>
                      </a:r>
                      <a:r>
                        <a:rPr lang="en-US" sz="2800" b="1" dirty="0"/>
                        <a:t> </a:t>
                      </a:r>
                      <a:r>
                        <a:rPr lang="en-US" sz="2800" b="1" dirty="0" err="1"/>
                        <a:t>ma'nosi</a:t>
                      </a:r>
                      <a:endParaRPr lang="en-US" sz="2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080"/>
                  </a:ext>
                </a:extLst>
              </a:tr>
              <a:tr h="956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/>
                        <a:t>Suppose (that)...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/>
                        <a:t>Faraz </a:t>
                      </a:r>
                      <a:r>
                        <a:rPr lang="en-US" sz="2800" b="0" dirty="0" err="1"/>
                        <a:t>qilaylik</a:t>
                      </a:r>
                      <a:r>
                        <a:rPr lang="en-US" sz="2800" b="0" dirty="0"/>
                        <a:t>..., </a:t>
                      </a:r>
                      <a:r>
                        <a:rPr lang="en-US" sz="2800" b="0" dirty="0" err="1"/>
                        <a:t>Tasavvur</a:t>
                      </a:r>
                      <a:r>
                        <a:rPr lang="en-US" sz="2800" b="0" dirty="0"/>
                        <a:t> </a:t>
                      </a:r>
                      <a:r>
                        <a:rPr lang="en-US" sz="2800" b="0" dirty="0" err="1"/>
                        <a:t>qilaylik</a:t>
                      </a:r>
                      <a:r>
                        <a:rPr lang="en-US" sz="2800" b="0" dirty="0"/>
                        <a:t>..., </a:t>
                      </a:r>
                      <a:r>
                        <a:rPr lang="en-US" sz="2800" b="0" dirty="0" err="1"/>
                        <a:t>Aytaylik</a:t>
                      </a:r>
                      <a:r>
                        <a:rPr lang="en-US" sz="2800" b="0" dirty="0"/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60641"/>
                  </a:ext>
                </a:extLst>
              </a:tr>
              <a:tr h="956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/>
                        <a:t>Supposing (that)...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/>
                        <a:t>Agar faraz qilsak..., Mabodo..., Tasavvur qilaylik...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50712"/>
                  </a:ext>
                </a:extLst>
              </a:tr>
              <a:tr h="956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/>
                        <a:t>What if...?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/>
                        <a:t>Agar ... </a:t>
                      </a:r>
                      <a:r>
                        <a:rPr lang="en-US" sz="2800" b="0" dirty="0" err="1"/>
                        <a:t>bo‘lsa</a:t>
                      </a:r>
                      <a:r>
                        <a:rPr lang="en-US" sz="2800" b="0" dirty="0"/>
                        <a:t>-chi?, </a:t>
                      </a:r>
                      <a:r>
                        <a:rPr lang="en-US" sz="2800" b="0" dirty="0" err="1"/>
                        <a:t>Mabodo</a:t>
                      </a:r>
                      <a:r>
                        <a:rPr lang="en-US" sz="2800" b="0" dirty="0"/>
                        <a:t> ... </a:t>
                      </a:r>
                      <a:r>
                        <a:rPr lang="en-US" sz="2800" b="0" dirty="0" err="1"/>
                        <a:t>bo‘lsa</a:t>
                      </a:r>
                      <a:r>
                        <a:rPr lang="en-US" sz="2800" b="0" dirty="0"/>
                        <a:t>-chi?, Nima </a:t>
                      </a:r>
                      <a:r>
                        <a:rPr lang="en-US" sz="2800" b="0" dirty="0" err="1"/>
                        <a:t>bo‘ladi</a:t>
                      </a:r>
                      <a:r>
                        <a:rPr lang="en-US" sz="2800" b="0" dirty="0"/>
                        <a:t> agar ...?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76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159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82</TotalTime>
  <Words>418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Wingdings</vt:lpstr>
      <vt:lpstr>Wood Type</vt:lpstr>
      <vt:lpstr>PowerPoint Presentation</vt:lpstr>
      <vt:lpstr>SUPPOSE (THAT)</vt:lpstr>
      <vt:lpstr>SUPPOSING (THAT)</vt:lpstr>
      <vt:lpstr>WHAT IF</vt:lpstr>
      <vt:lpstr>WHAT IF</vt:lpstr>
      <vt:lpstr>Compare</vt:lpstr>
      <vt:lpstr>Translation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4</cp:revision>
  <dcterms:created xsi:type="dcterms:W3CDTF">2026-06-11T10:51:08Z</dcterms:created>
  <dcterms:modified xsi:type="dcterms:W3CDTF">2026-06-11T12:13:32Z</dcterms:modified>
</cp:coreProperties>
</file>